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2742" y="0"/>
            <a:ext cx="18390742" cy="10287000"/>
          </a:xfrm>
          <a:custGeom>
            <a:avLst/>
            <a:gdLst/>
            <a:ahLst/>
            <a:cxnLst/>
            <a:rect r="r" b="b" t="t" l="l"/>
            <a:pathLst>
              <a:path h="10287000" w="18390742">
                <a:moveTo>
                  <a:pt x="0" y="0"/>
                </a:moveTo>
                <a:lnTo>
                  <a:pt x="18390742" y="0"/>
                </a:lnTo>
                <a:lnTo>
                  <a:pt x="1839074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79" t="0" r="-279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47540" cy="10309860"/>
          </a:xfrm>
          <a:custGeom>
            <a:avLst/>
            <a:gdLst/>
            <a:ahLst/>
            <a:cxnLst/>
            <a:rect r="r" b="b" t="t" l="l"/>
            <a:pathLst>
              <a:path h="10309860" w="18247540">
                <a:moveTo>
                  <a:pt x="0" y="0"/>
                </a:moveTo>
                <a:lnTo>
                  <a:pt x="18247540" y="0"/>
                </a:lnTo>
                <a:lnTo>
                  <a:pt x="18247540" y="10309860"/>
                </a:lnTo>
                <a:lnTo>
                  <a:pt x="0" y="103098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275" y="0"/>
            <a:ext cx="18267725" cy="10298430"/>
          </a:xfrm>
          <a:custGeom>
            <a:avLst/>
            <a:gdLst/>
            <a:ahLst/>
            <a:cxnLst/>
            <a:rect r="r" b="b" t="t" l="l"/>
            <a:pathLst>
              <a:path h="10298430" w="18267725">
                <a:moveTo>
                  <a:pt x="0" y="0"/>
                </a:moveTo>
                <a:lnTo>
                  <a:pt x="18267725" y="0"/>
                </a:lnTo>
                <a:lnTo>
                  <a:pt x="18267725" y="10298430"/>
                </a:lnTo>
                <a:lnTo>
                  <a:pt x="0" y="102984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1369" y="0"/>
            <a:ext cx="18410738" cy="10287000"/>
          </a:xfrm>
          <a:custGeom>
            <a:avLst/>
            <a:gdLst/>
            <a:ahLst/>
            <a:cxnLst/>
            <a:rect r="r" b="b" t="t" l="l"/>
            <a:pathLst>
              <a:path h="10287000" w="18410738">
                <a:moveTo>
                  <a:pt x="0" y="0"/>
                </a:moveTo>
                <a:lnTo>
                  <a:pt x="18410738" y="0"/>
                </a:lnTo>
                <a:lnTo>
                  <a:pt x="1841073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2860"/>
            <a:ext cx="18288000" cy="10332720"/>
          </a:xfrm>
          <a:custGeom>
            <a:avLst/>
            <a:gdLst/>
            <a:ahLst/>
            <a:cxnLst/>
            <a:rect r="r" b="b" t="t" l="l"/>
            <a:pathLst>
              <a:path h="10332720" w="18288000">
                <a:moveTo>
                  <a:pt x="0" y="0"/>
                </a:moveTo>
                <a:lnTo>
                  <a:pt x="18288000" y="0"/>
                </a:lnTo>
                <a:lnTo>
                  <a:pt x="18288000" y="10332720"/>
                </a:lnTo>
                <a:lnTo>
                  <a:pt x="0" y="103327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1430"/>
            <a:ext cx="18288000" cy="10309860"/>
          </a:xfrm>
          <a:custGeom>
            <a:avLst/>
            <a:gdLst/>
            <a:ahLst/>
            <a:cxnLst/>
            <a:rect r="r" b="b" t="t" l="l"/>
            <a:pathLst>
              <a:path h="10309860" w="18288000">
                <a:moveTo>
                  <a:pt x="0" y="0"/>
                </a:moveTo>
                <a:lnTo>
                  <a:pt x="18288000" y="0"/>
                </a:lnTo>
                <a:lnTo>
                  <a:pt x="18288000" y="10309860"/>
                </a:lnTo>
                <a:lnTo>
                  <a:pt x="0" y="103098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1430"/>
            <a:ext cx="18267725" cy="10298430"/>
          </a:xfrm>
          <a:custGeom>
            <a:avLst/>
            <a:gdLst/>
            <a:ahLst/>
            <a:cxnLst/>
            <a:rect r="r" b="b" t="t" l="l"/>
            <a:pathLst>
              <a:path h="10298430" w="18267725">
                <a:moveTo>
                  <a:pt x="0" y="0"/>
                </a:moveTo>
                <a:lnTo>
                  <a:pt x="18267725" y="0"/>
                </a:lnTo>
                <a:lnTo>
                  <a:pt x="18267725" y="10298430"/>
                </a:lnTo>
                <a:lnTo>
                  <a:pt x="0" y="102984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DAHAjz6LEcs</dc:identifier>
  <dcterms:modified xsi:type="dcterms:W3CDTF">2011-08-01T06:04:30Z</dcterms:modified>
  <cp:revision>1</cp:revision>
</cp:coreProperties>
</file>